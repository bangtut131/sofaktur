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Sistem SO Faktur Jual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&amp; Auto Tagih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E2F3"/>
                </a:solidFill>
              </a:rPr>
              <a:t>Solusi Otomatisasi Penjualan dan Penagihan Piutang Terintegrasi via WhatsApp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864"/>
                </a:solidFill>
              </a:rPr>
              <a:t>Latar Belakang &amp; Permasalahan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Mengapa Sistem Ini Dibutuhkan?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Penagihan Manual: Tim AR (Accounts Receivable) harus memeriksa dan menagih piutang satu per satu, yang memakan waktu.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Tagihan Terlewat: Sering terjadi keterlambatan bayar karena tidak ada pengingat otomatis (reminder) ke pelanggan menjelang jatuh tempo.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Verifikasi Faktur Rumit: Tanpa sistem scanner dan pencarian cepat, pelacakan faktur penjualan menjadi lambat.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Cash Flow Terhambat: Piutang yang tidak tertagih tepat waktu berdampak langsung terhadap arus kas perusahaan.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864"/>
                </a:solidFill>
              </a:rPr>
              <a:t>Tujuan &amp; Manfaat Aplikasi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Manfaat Utama bagi Perusahaan: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Efisiensi Penagihan (Auto Tagih): Sistem otomatis mengirimkan pesan tagihan ke WhatsApp pelanggan untuk piutang yang belum lunas.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Optimalisasi Arus Kas: Disiplin penagihan yang lebih baik mempercepat pelunasan dan menjaga stabilitas cash flow.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Pencarian Faktur Cepat: Dukungan fitur Scanner Interface memudahkan user melacak data faktur &amp; SO dalam hitungan detik.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• Pantauan Data Terpadu: Dasbor real-time untuk memonitor total piutang, status pengiriman WA, dan faktur yang beredar.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864"/>
                </a:solidFill>
              </a:rPr>
              <a:t>Fitur Utama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840480" cy="1371600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Manajemen Faktur &amp; SO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Modul lengkap untuk merekam, melacak, &amp; memproses data Sales Order serta Faktur Penjualan.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46320" y="1463040"/>
            <a:ext cx="3840480" cy="1371600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14630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Interface Scanner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Input &amp; validasi faktur instan menggunakan alat scan untuk mempercepat kinerja di lapangan/gudang.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3840480" cy="1371600"/>
          </a:xfrm>
          <a:prstGeom prst="rect">
            <a:avLst/>
          </a:prstGeom>
          <a:solidFill>
            <a:srgbClr val="4472C4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Modul Piutang (AR)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Dashboard rincian pelanggan yang masih memiliki tunggakan, dilengkapi status mutasi/pembayaran.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3200400"/>
            <a:ext cx="3840480" cy="1371600"/>
          </a:xfrm>
          <a:prstGeom prst="rect">
            <a:avLst/>
          </a:prstGeom>
          <a:solidFill>
            <a:srgbClr val="D9534F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32004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Auto Tagih (WhatsApp Broadcast)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Bot mengirimkan notifikasi tagihan otomatis menuju device WA pelanggan berdasarkan jadwal.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864"/>
                </a:solidFill>
              </a:rPr>
              <a:t>Alur Kerja Sistem (Workflow)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828800" cy="1097280"/>
          </a:xfrm>
          <a:prstGeom prst="rect">
            <a:avLst/>
          </a:prstGeom>
          <a:solidFill>
            <a:srgbClr val="54823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1. Faktur Dibuat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&amp; Discan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926080" y="2011680"/>
            <a:ext cx="1828800" cy="1097280"/>
          </a:xfrm>
          <a:prstGeom prst="rect">
            <a:avLst/>
          </a:prstGeom>
          <a:solidFill>
            <a:srgbClr val="ED7D3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2. Data Masuk ke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Modul Piutang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94960" y="2011680"/>
            <a:ext cx="1828800" cy="1097280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3. Deteksi Auto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Jatuh Tempo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0" y="2011680"/>
            <a:ext cx="1371600" cy="1097280"/>
          </a:xfrm>
          <a:prstGeom prst="rect">
            <a:avLst/>
          </a:prstGeom>
          <a:solidFill>
            <a:srgbClr val="20386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4. Broadcast WA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Auto Tagih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377440" y="2377440"/>
            <a:ext cx="457200" cy="365760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0" y="2377440"/>
            <a:ext cx="457200" cy="365760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2377440"/>
            <a:ext cx="457200" cy="365760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74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User scan / proses faktur penjualan baru secara sistem.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3474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Sistem merekam nilai hutang pelanggan &amp; menetapkan tanggal batas akhir bayar.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3474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Cronjob mengecek api jadwal harian mana faktur yang akan jatuh tempo.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80960" y="34747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Integrasi WA Gateway mengirim format tagihan langsung.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0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Terima Kasih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9E2F3"/>
                </a:solidFill>
              </a:rPr>
              <a:t>Digitalisasi Penagihan untuk Arus Kas yang Lebih Baik.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2026-04-09T15:33:06Z</dcterms:created>
  <dcterms:modified xsi:type="dcterms:W3CDTF">2026-04-09T15:33:06Z</dcterms:modified>
</cp:coreProperties>
</file>