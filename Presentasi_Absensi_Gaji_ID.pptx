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Absensi Gaji ID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9E2F3"/>
                </a:solidFill>
              </a:rPr>
              <a:t>Sistem Cerdas Terintegrasi: Absensi &amp; Penggajian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Latar Belakang &amp; Masalah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Mengapa Aplikasi Ini Diperlukan?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• Proses Rekap Manual: Sering terjadi human error dalam mencocokkan jam kerja dengan komponen gaji.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• Risiko Ketidakakuratan Data: Kehilangan data fisik atau kesalahan input yang merugikan perusahaan maupun karyawan.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• Pemborosan Waktu: Tim HR/Finance menghabiskan waktu terlalu lama untuk memproses payroll setiap bulan.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• Kurangnya Transparansi: Karyawan sulit mengakses rincian absensi harian dan potongan gaji secara real-time.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Tujuan &amp; Manfaat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Solusi yang Ditawarkan Absensi Gaji ID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• Efisiensi Operasional: Otomatisasi data absensi menuju perhitungan payroll memangkas waktu kerja.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• Akurasi Maksimal: Menghilangkan human error karena kalkulasi tarif, lembur, dan potongan diproses oleh sistem.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• Akses Real-Time: Data absensi terpantau secara instan (real-time) oleh manajemen dan terkoneksi dengan fitur Auto Tagih / Broadcast.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• Kepuasan Karyawan: Slip gaji dan histori kehadiran lebih transparan serta dibagikan secara otomatis.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Fitur Utama Aplikasi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3657600" cy="1371600"/>
          </a:xfrm>
          <a:prstGeom prst="rect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Dashboard &amp; Log Status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Pemantauan aktivitas absen &amp; jadwal secara real-time via antarmuka admin yang terpusat.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0" y="1645920"/>
            <a:ext cx="3657600" cy="1371600"/>
          </a:xfrm>
          <a:prstGeom prst="rect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0" y="16459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Penjadwalan Otomatis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Integrasi API jadwal dan trigger untuk proses rekapan berbasis waktu secara otomatis.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3657600" cy="1371600"/>
          </a:xfrm>
          <a:prstGeom prst="rect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918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Kalkulator Payroll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Menghitung gaji pokok, tunjangan, dan lembur berdasarkan data absen terekam dengan akurat.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0" y="3291840"/>
            <a:ext cx="3657600" cy="1371600"/>
          </a:xfrm>
          <a:prstGeom prst="rect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32918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Notifikasi &amp; WhatsApp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Penyebaran informasi dan broadcast log penggajian secara instan melalui integrasi chatbot.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Alur Kerja Sistem (Workflow)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1371600" cy="914400"/>
          </a:xfrm>
          <a:prstGeom prst="rect">
            <a:avLst/>
          </a:prstGeom>
          <a:solidFill>
            <a:srgbClr val="54823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Input Data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0" y="2286000"/>
            <a:ext cx="1828800" cy="914400"/>
          </a:xfrm>
          <a:prstGeom prst="rect">
            <a:avLst/>
          </a:prstGeom>
          <a:solidFill>
            <a:srgbClr val="C6591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Proses Validasi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&amp; Kalkulasi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0" y="2286000"/>
            <a:ext cx="1828800" cy="914400"/>
          </a:xfrm>
          <a:prstGeom prst="rect">
            <a:avLst/>
          </a:prstGeom>
          <a:solidFill>
            <a:srgbClr val="2F559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Penyimpanan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ke Database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0" y="2286000"/>
            <a:ext cx="1371600" cy="914400"/>
          </a:xfrm>
          <a:prstGeom prst="rect">
            <a:avLst/>
          </a:prstGeom>
          <a:solidFill>
            <a:srgbClr val="7030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Distribusi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(Notifikasi)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377440" y="2560320"/>
            <a:ext cx="731520" cy="365760"/>
          </a:xfrm>
          <a:prstGeom prst="rightArrow">
            <a:avLst/>
          </a:prstGeom>
          <a:solidFill>
            <a:srgbClr val="D9D9D9"/>
          </a:solidFill>
          <a:ln/>
        </p:spPr>
      </p:sp>
      <p:sp>
        <p:nvSpPr>
          <p:cNvPr id="8" name="Shape 6"/>
          <p:cNvSpPr/>
          <p:nvPr/>
        </p:nvSpPr>
        <p:spPr>
          <a:xfrm>
            <a:off x="5120640" y="2560320"/>
            <a:ext cx="731520" cy="365760"/>
          </a:xfrm>
          <a:prstGeom prst="rightArrow">
            <a:avLst/>
          </a:prstGeom>
          <a:solidFill>
            <a:srgbClr val="D9D9D9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0" y="2560320"/>
            <a:ext cx="731520" cy="365760"/>
          </a:xfrm>
          <a:prstGeom prst="rightArrow">
            <a:avLst/>
          </a:prstGeom>
          <a:solidFill>
            <a:srgbClr val="D9D9D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4747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Absen Harian Karyawan melalui perangkat / App.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34747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Sistem mencocokkan jam masuk/keluar &amp; hitung komponen.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34747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Data rekapitulasi tersimpan aman di Supabase/PostgreSQL.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0" y="34747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Slip terkirim otomatis ke WA, Faktur / Log terekam.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Terima Kasih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9E2F3"/>
                </a:solidFill>
              </a:rPr>
              <a:t>Siap untuk efisiensi bisnis yang lebih baik.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2026-04-09T15:28:45Z</dcterms:created>
  <dcterms:modified xsi:type="dcterms:W3CDTF">2026-04-09T15:28:45Z</dcterms:modified>
</cp:coreProperties>
</file>