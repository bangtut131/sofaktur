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Sistem SO Faktur Jual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&amp; Auto Tagih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E2F3"/>
                </a:solidFill>
              </a:rPr>
              <a:t>Solusi Otomatisasi Penjualan dan Penagihan Piutang Terintegrasi via WhatsApp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1. Latar Belakang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Pentingnya Perputaran Arus Kas (Cash Flow)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Dalam bisnis distribusi dan trading, perputaran uang yang cepat sangat penting bagi keberlangsungan operasional.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Semakin lama piutang tertahan, semakin sulit perusahaan menjalankan ekspansi atau pemenuhan arus stok barang.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Menjaga kedisiplinan pembayaran dari pelanggan (customer) merupakan kunci stabilitas keuangan perusahaan.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2. Permasalahan Saat Ini (Pain Points)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Hambatan dalam Proses Manual: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Penagihan Manual: Tim AR memakan waktu sangat lama untuk memilah piutang mana yang harus ditagih hari ini.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Keterlambatan Pembayaran: Karena tidak ada sistem notifikasi otomatis menjelang dan saat hari jatuh tempo.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Pencarian Faktur Kuno: Validasi resi/faktur fisik di gudang bisa memakan waktu berjam-jam.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3. Solusi Aplikasi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SO Faktur &amp; Auto Tagih Hadir Sebagai Jembatan: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Merombak proses pengelolaan faktur menjadi digital 100%.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Memanfaatkan kekuatan WhatsApp (API) sebagai media interaksi bot karena tingkat 'open rate/dibaca' yang tinggi dari pelanggan.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Menggabungkan modul pesanan (Sales Order), gudang (Scanner), dan finansial (Piutang) ke dalam satu platform web.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4. Tujuan &amp; Manfaat Utama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Keuntungan Langsung yang Dirasakan: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Efisiensi SDM: Staf finance /AR dapat fokus pada analisis pembayaran ketimbang menelpon pelanggan.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Real-Time Monitoring: Manajemen (BOS) dapat melihat pergerakan angka piutang tertunggak secara live.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Profesionalitas di Mata Klien: Tagihan yang rapi &amp; otomatis menambah kepercayaan serta citra disiplin perusahaan.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5. Empat Pilar Fitur Utama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920240" cy="18288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 &amp; Faktur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Jual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51760" y="1828800"/>
            <a:ext cx="1920240" cy="1828800"/>
          </a:xfrm>
          <a:prstGeom prst="rect">
            <a:avLst/>
          </a:prstGeom>
          <a:solidFill>
            <a:srgbClr val="548235"/>
          </a:solidFill>
          <a:ln w="12700">
            <a:solidFill>
              <a:srgbClr val="3857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18288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Scanner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Interface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1920240" cy="1828800"/>
          </a:xfrm>
          <a:prstGeom prst="rect">
            <a:avLst/>
          </a:prstGeom>
          <a:solidFill>
            <a:srgbClr val="ED7D3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8288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Piutang (AR)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040880" y="1828800"/>
            <a:ext cx="1920240" cy="1828800"/>
          </a:xfrm>
          <a:prstGeom prst="rect">
            <a:avLst/>
          </a:prstGeom>
          <a:solidFill>
            <a:srgbClr val="D9534F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8288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Tagih WA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Fitur 1: Sales Order &amp; Faktur Jual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• Pencatatan Tersentralisasi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Semua pembuatan SO (Sales Order) akan dikonversi menjadi Faktur Pengiriman yang dapat dilacak statusnya.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• Kalkulasi Pajak &amp; Diskon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Mencegah salah perhitungan harga akhir, mempermudah pembuatan dokumen tagihan legal.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Fitur 2: Scanner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• Validasi Gudang Super Cepat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Staff gudang tidak perlu mengetik panjang-panjang, cukup di-scan menggunakan perangkat QR/Barcode.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• Menurunkan Human Error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Risiko mengirim barang yang salah, atau faktur ganda bisa diminimalisir.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Fitur 3: Manajemen Piutang (Accounts Receivable)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• Dashboard Aging Piutang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Sistem mengkategorikan tagihan belum lunas berdasar usia/umur piutang (contoh: 15 Hari, 30 Hari, 60 Hari).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• Integrasi Mutasi Rekening (Opsional/Sistem Internal)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Kemudahan dalam rekonsiliasi data dan pencatatan uang masuk/DP secara otomatis.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Fitur 4: WhatsApp Broadcast / Auto Tagih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</a:rPr>
              <a:t>Ini adalah INTINTI INOVASI dari aplikasi:</a:t>
            </a:r>
            <a:endParaRPr lang="en-US" sz="22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• Penjadwalan Otomatis (Cron Job)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Tanpa disuruh karyawan, aplikasi otomatis mendeteksi faktur yang H-3, Hari-H, atau H+ jatuh tempo.</a:t>
            </a:r>
            <a:endParaRPr lang="en-US" sz="22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• Pesan Dinamis &amp; Sopan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Template pesan menarik menyertakan Nama Usaha Pelanggan, Nomor Faktur, Total Tagihan yang dirancang anti-diblokir (spintax).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Alur Integrasi (Workflow)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371600" cy="13716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Faktur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011680" y="2286000"/>
            <a:ext cx="640080" cy="27432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1828800"/>
            <a:ext cx="1371600" cy="137160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Piutang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Muncul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06240" y="2286000"/>
            <a:ext cx="640080" cy="27432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1828800"/>
            <a:ext cx="1371600" cy="13716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JatuhTempo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Sistem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640080" cy="27432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0" y="1828800"/>
            <a:ext cx="1371600" cy="137160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Tagihan WA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Terkirim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Alur ini berjalan terpusat sehingga pelanggan langsung merespons karena tagihan menyajikan detail yang valid masuk di gawai pribadi mereka.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Terima Kasih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9E2F3"/>
                </a:solidFill>
              </a:rPr>
              <a:t>Saatnya Mengendalikan Piutang, Mendorong Kesehatan Finansial.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— Aplikasi SO Faktur Jual &amp; Auto Tagih 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2026-04-09T15:37:16Z</dcterms:created>
  <dcterms:modified xsi:type="dcterms:W3CDTF">2026-04-09T15:37:16Z</dcterms:modified>
</cp:coreProperties>
</file>